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62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" y="3749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</a:t>
            </a: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Exceptional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Talent.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Borderless Potential.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Pre-vetted LATAM engineers — aligned with your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zone, your standards, ready in 48 hours.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1389888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2920" y="43251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40–50%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56285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Cost Savings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39112" y="4315968"/>
            <a:ext cx="1389888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39112" y="43251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48 hrs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39112" y="456285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Candidate Delivery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75304" y="4315968"/>
            <a:ext cx="1389888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75304" y="43251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97%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75304" y="456285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Retention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1188720"/>
            <a:ext cx="1645920" cy="164592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0EA5E9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49224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852160" y="3063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10+ years in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tech recruiting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BEAFE"/>
                </a:solidFill>
              </a:rPr>
              <a:t>US tech hiring is slow, expensive, and increasingly unsustainable.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502920"/>
            <a:ext cx="525780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566160" y="50292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749040" y="685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34840" y="6675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1051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US engineers cost $150K–$220K+ before benefits and overhead.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984248"/>
            <a:ext cx="525780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566160" y="1984248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7490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34840" y="2148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Time-to-Hire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532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45+ days to fill a technical role, stalling product roadmaps.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465576"/>
            <a:ext cx="5257800" cy="1234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566160" y="3465576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74904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434840" y="36301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Pool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4014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 receive multiple offers within days — and disappear fast.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SMarDevs?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advantages that consistently set us apart.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39776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04088" y="1243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Talent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16733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vetting: coding test, system design, English fluency, cultural fit. Every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39776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01768" y="1243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Time-Zone Overlap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16733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EST, CST, PST — real-time collaboration. No async lag, no overnight handoffs.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3977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04088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in 48 Hours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34472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call to curated shortlist in two business days, every engagement.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852928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800600" y="2852928"/>
            <a:ext cx="3977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01768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Partnership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01768" y="34472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payroll, compliance, and HR. Plus a 30-day replacement guarantee.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40–50%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28529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reduction vs. equivalent US hiring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Senior-level expertise, US-standard output, LATAM economics.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743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kern="0" spc="200" dirty="0">
                <a:solidFill>
                  <a:srgbClr val="0EA5E9"/>
                </a:solidFill>
              </a:rPr>
              <a:t>WHERE OUR TALENT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kern="0" spc="200" dirty="0">
                <a:solidFill>
                  <a:srgbClr val="0EA5E9"/>
                </a:solidFill>
              </a:rPr>
              <a:t>HAS DELIVERED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15000" y="960120"/>
            <a:ext cx="3154680" cy="1170432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806440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19088" y="1088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Fintech &amp; Banking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19088" y="14356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Payment platforms, distributed ledgers, compliance-grade infrastructure.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2331720"/>
            <a:ext cx="3154680" cy="1170432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8064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19088" y="24597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Healthcare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19088" y="2807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HIPAA-compliant systems, EHR integrations, patient-facing portals.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3703320"/>
            <a:ext cx="3154680" cy="1170432"/>
          </a:xfrm>
          <a:prstGeom prst="rect">
            <a:avLst/>
          </a:prstGeom>
          <a:solidFill>
            <a:srgbClr val="0F2744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8064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19088" y="38313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SaaS &amp; B2B Software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19088" y="41788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Scalable APIs, multi-tenant platforms, cloud-native architectures.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LATAM Advantage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Latin America's fastest-growing tech hub — in your time zone.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828800" cy="12984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DBEAFE"/>
                </a:solidFill>
              </a:rPr>
              <a:t>Tech grads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1078992"/>
            <a:ext cx="1828800" cy="12984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51176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42616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DBEAFE"/>
                </a:solidFill>
              </a:rPr>
              <a:t>English proficiency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9432" y="1078992"/>
            <a:ext cx="1828800" cy="12984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99432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0–3hr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90872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DBEAFE"/>
                </a:solidFill>
              </a:rPr>
              <a:t>Time zone vs. 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47688" y="1078992"/>
            <a:ext cx="1828800" cy="12984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47688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39128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DBEAFE"/>
                </a:solidFill>
              </a:rPr>
              <a:t>From our 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COVERAGE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🇭🇳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Honduras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92024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🇨🇴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024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Colombia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3756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🇲🇽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Mexico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🇦🇷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Argentina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17220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🇧🇷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7220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Brazil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2926080"/>
            <a:ext cx="1261872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7589520" y="2944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VN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589520" y="3328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Venezuela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3913632"/>
            <a:ext cx="813816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77240" y="39502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</a:rPr>
              <a:t>⏰  Same-day overlap with US Eastern, Central &amp; Pacific — 9am to 5pm your time.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Engage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Choose the model that fits your team — or combine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26334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334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71600" y="1225296"/>
            <a:ext cx="1600200" cy="25603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371600" y="1225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Augmentation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Embed engineers into your team. They work in your tools, follow your process, and feel like local hires — without the recruitment overhead.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226771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5800" y="36210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✓  Close skill gaps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✓  Accelerate sprints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41696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✓  Scale seasonally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9272" y="1078992"/>
            <a:ext cx="26334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319272" y="1078992"/>
            <a:ext cx="2633472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502152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187952" y="1225296"/>
            <a:ext cx="1600200" cy="256032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187952" y="1225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Best for Projects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02152" y="1783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Teams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02152" y="230428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 fully managed squad — devs, QA, DevOps — built around your project with its own lead and clear delivery milestones.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02152" y="3493008"/>
            <a:ext cx="226771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502152" y="36210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</a:rPr>
              <a:t>✓  Greenfield builds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02152" y="38953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</a:rPr>
              <a:t>✓  Long-term products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02152" y="41696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</a:rPr>
              <a:t>✓  End-to-end delivery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5624" y="1078992"/>
            <a:ext cx="263347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135624" y="1078992"/>
            <a:ext cx="263347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318504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7004304" y="1225296"/>
            <a:ext cx="1600200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004304" y="1225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Permanent Hire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18504" y="1783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Placement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18504" y="2304288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We source, screen, and vet candidates for permanent roles. You interview only the top matches — ready for an offer.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18504" y="3493008"/>
            <a:ext cx="226771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318504" y="36210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✓  Permanent headcount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18504" y="38953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✓  Senior leadership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18504" y="41696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✓  Culture-fit hires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Request to Results in Days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 proven 6-step process — engineered for speed and precision.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75895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12648" y="1536192"/>
            <a:ext cx="676656" cy="6766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12648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Discovery 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Define role, skills &amp; timeline.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02536" y="1536192"/>
            <a:ext cx="676656" cy="6766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002536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92808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09928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Talent Sourcing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9928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Activate our pre-vetted network.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92424" y="1536192"/>
            <a:ext cx="676656" cy="6766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392424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82696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99816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Tech Vetting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99816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Coding, design &amp; English eval.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1536192"/>
            <a:ext cx="676656" cy="6766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782312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72584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89704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Profile Delivery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9704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Shortlist in 48 business hours.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536192"/>
            <a:ext cx="676656" cy="6766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72200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62472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879592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9592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Your schedule, your format.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62088" y="1536192"/>
            <a:ext cx="676656" cy="6766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562088" y="15361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52360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69480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3291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Contracts, payroll &amp; support.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Industry Experience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Our talent has hands-on experience across a wide range of industries — and keeps delivering.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67512" y="12161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1288" y="12161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Fintech &amp; Banking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6824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Payment gateways, fraud detection, core banking systems, and compliance-grade infrastructure built to financial-industry standards.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78992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337560" y="1078992"/>
            <a:ext cx="265176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502152" y="12161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95928" y="12161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Healthcare &amp; Life Sciences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16824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HIPAA-compliant platforms, EHR integrations, telemedicine apps, and patient-facing portals with strict data-privacy requirements.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078992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172200" y="1078992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36792" y="12161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30568" y="12161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SaaS &amp; B2B Software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16824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Multi-tenant platforms, scalable REST and GraphQL APIs, cloud-native microservices, and subscription billing systems.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02920" y="269748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67512" y="28346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61288" y="2834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E-commerce &amp; Retail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" y="3300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High-traffic storefronts, inventory management, recommendation engines, and seamless payment and logistics integrations.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2697480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337560" y="269748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502152" y="28346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95928" y="2834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EdTech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02152" y="3300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LMS platforms, live-streaming classrooms, adaptive learning algorithms, and student analytics dashboards.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2697480"/>
            <a:ext cx="2651760" cy="14447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172200" y="269748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336792" y="28346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30568" y="2834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Logistics &amp; Supply Chain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36792" y="3300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Real-time tracking systems, route optimization, warehouse management, and IoT-connected fleet solutions.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Flexible. Guaranteed. Managed.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Everything that protects your investment and keeps your team moving.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2435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97864" y="12435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30-Day Replacement Guarantee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007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If a placement doesn't work out in 30 days, we replace them at no extra cost.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78992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20440" y="12435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32504" y="12435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No Lock-In Contracts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007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Month-to-month or project-based. Scale up or down as your business evolves.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78992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55080" y="12435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67144" y="12435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Fully Managed Employment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7007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Payroll, benefits, taxes, and HR compliance handled across all LATAM countries.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85800" y="28620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97864" y="28620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Dedicated Account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31927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One contact who knows your team and goals — ongoing, not just at placement.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69748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520440" y="28620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32504" y="28620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Rapid Team Scaling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31927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Pre-vetted pipeline ready to go. Grow from 1 to 20 engineers without delay.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269748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55080" y="28620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67144" y="28620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IP &amp; Security Compliance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31927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NDAs, IP assignments, and security requirements enforced on every engagement.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297680"/>
            <a:ext cx="81381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1520" y="43159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BEAFE"/>
                </a:solidFill>
              </a:rPr>
              <a:t>“ We don’t just place talent and disappear. We’re invested in long-term success for both sides. 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0292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smardevs.com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— SMarDevs 2025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" y="3749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</a:t>
            </a: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Dream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Team?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Tell us what you need. We’ll deliver curated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candidate profiles within 48 hours.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No commitment required.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87952"/>
            <a:ext cx="256032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4187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a Conversation 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457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GET IN TOUCH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6072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✉️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9875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FDBFE"/>
                </a:solidFill>
              </a:rPr>
              <a:t>EMAIL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info@smardevs.com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FDBFE"/>
                </a:solidFill>
              </a:rPr>
              <a:t>PHONE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+1 (504) 333-1465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FDBFE"/>
                </a:solidFill>
              </a:rPr>
              <a:t>WEBSITE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smardevs.com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3785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FDBFE"/>
                </a:solidFill>
              </a:rPr>
              <a:t>LINKEDIN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6364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linkedin.com/company/smardevs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9560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© 2025 SMarDevs · All rights reserved.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987</Words>
  <Application>Microsoft Office PowerPoint</Application>
  <PresentationFormat>Presentación en pantalla (16:9)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SMarDevs — B2B Talent Solutions</dc:title>
  <dc:subject>Premium Sales Presentation</dc:subject>
  <dc:creator>SMarDevs</dc:creator>
  <cp:lastModifiedBy>Carlos Andrés Sorto Cano</cp:lastModifiedBy>
  <cp:revision>2</cp:revision>
  <dcterms:created xsi:type="dcterms:W3CDTF">2026-04-01T13:38:45Z</dcterms:created>
  <dcterms:modified xsi:type="dcterms:W3CDTF">2026-04-01T13:41:46Z</dcterms:modified>
</cp:coreProperties>
</file>